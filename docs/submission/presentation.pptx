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up front that every figure in this deck is measured on 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establishes credibility. Nobody else will have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plainly — a system that claims ANPR on these feeds would 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hosted link is a convenience for reviewers — the production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wins trust. Deliver it confidently, not apologetically.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1.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2. The problem in one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3. What we found when we measured the grid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4. The finding that changed the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5. So we built a platform that does not depend on 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Appearance alone never raises an alert. Two silver hatchbacks are not evidence.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A matched plate is not argued down by disagreeing colour on a night camera.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6. Architecture</a:t>
            </a:r>
          </a:p>
        </p:txBody>
      </p:sp>
      <p:pic>
        <p:nvPicPr>
          <p:cNvPr id="3" name="Picture 2" descr="consol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249" y="1371600"/>
            <a:ext cx="3011246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Registry (Model 1) — identity, geography, and capability discovered by probing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Source adapters — RTSP / HLS / file behind one interface; new protocol = one adapter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Ingest supervisor — PTS-driven timing, backoff reconnection, loop-cut handling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Inference engine — sole GPU owner, two-tier scheduling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Correlation — fusion matching, cross-camera tracing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Console — GIS map, video wall, alerts, search,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7. Two-tier scheduling: how it scales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8. Recovering time, so tracing means something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9. Measured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10. Demonstration: Government feed</a:t>
            </a:r>
          </a:p>
        </p:txBody>
      </p:sp>
      <p:pic>
        <p:nvPicPr>
          <p:cNvPr id="3" name="Picture 2" descr="vehicles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161163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11. Demonstration: own feed</a:t>
            </a:r>
          </a:p>
        </p:txBody>
      </p:sp>
      <p:pic>
        <p:nvPicPr>
          <p:cNvPr id="3" name="Picture 2" descr="alerts-cri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161163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12. Beyond the mandatory requirements</a:t>
            </a:r>
          </a:p>
        </p:txBody>
      </p:sp>
      <p:pic>
        <p:nvPicPr>
          <p:cNvPr id="3" name="Picture 2" descr="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161163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13. Scaling to 80,000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Edge inference — regional nodes ship metadata, not video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Sizing — ~150–200 cameras per RTX 5050-class GPU at tier-1; ~400–550 nodes statewide, fewer with datacentre accelerators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Storage — detection rows and evidence crops, tens of kilobytes, vs. gigabytes/camera/day for continuous recording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Central tier — stateless APIs, PostgreSQL/PostGIS partitioned by time and district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Onboarding — adding a department is a catalogue import, not an integration project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Failure domain — a node outage affects one district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14. Security, privacy and accountability</a:t>
            </a:r>
          </a:p>
        </p:txBody>
      </p:sp>
      <p:pic>
        <p:nvPicPr>
          <p:cNvPr id="3" name="Picture 2" descr="admin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1611630"/>
            <a:ext cx="5669280" cy="3543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No centralised video recording. Evidence crops only, tied to a detection.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Role-based access with department-scoped camera visibility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Every registry, route and vehicle query written to an audit log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Credentials never committed; supplied by environment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RTSP forced over TCP; on-premise by design — police video does not leave the State network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No unexplained machine judgements. Every alert carries its reasoning.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15. Hosted demo &amp; access</a:t>
            </a:r>
          </a:p>
        </p:txBody>
      </p:sp>
      <p:pic>
        <p:nvPicPr>
          <p:cNvPr id="3" name="Picture 2" descr="landing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1611630"/>
            <a:ext cx="5669280" cy="3543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Hosted console: &lt;&lt;VERCEL_URL&gt;&gt;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If the hosted link is unreachable, a quick-tunnel URL is provided at demo time as a fallback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Operator key is supplied in the submission form — do not commit credentials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Same build as the on-premise deployment; no functional difference for the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16. What we are not claiming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Plate recognition is not achievable on the wide-area night cameras of this grid, by any system — we measured it.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Appearance matching produces ranked candidates for operator confirmation, not identification.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Camera coordinates are junction-level approximations; no geography was supplied.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6ECF7"/>
                </a:solidFill>
                <a:latin typeface="Calibri"/>
              </a:rPr>
              <a:t>• Scaling figures are extrapolated from measured single-node throughput and would be confirmed by a district pilot.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Calibri"/>
              </a:rPr>
              <a:t>17.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